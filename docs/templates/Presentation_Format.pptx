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392" r:id="rId3"/>
    <p:sldId id="3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60000"/>
    <a:srgbClr val="66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94E37-74BD-725C-630D-F4B1C7B84340}" v="31" dt="2026-01-29T09:13:41.566"/>
    <p1510:client id="{7EB43320-B940-95BE-46D5-A88D6CD6EA47}" v="4" dt="2026-01-28T12:50:25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D5C3C-9762-47FC-8162-DB9387D8249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58062-A31C-4F74-AAC8-1017D63BF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400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39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81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56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326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42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642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09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56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03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87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264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Placeholder 1"/>
          <p:cNvSpPr>
            <a:spLocks noGrp="1"/>
          </p:cNvSpPr>
          <p:nvPr>
            <p:ph type="title"/>
          </p:nvPr>
        </p:nvSpPr>
        <p:spPr>
          <a:xfrm>
            <a:off x="609600" y="185507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/>
              <a:t>PRESENTATON TITLE</a:t>
            </a:r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2"/>
          </p:nvPr>
        </p:nvSpPr>
        <p:spPr>
          <a:xfrm>
            <a:off x="11582400" y="6301259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chemeClr val="tx1"/>
                </a:solidFill>
                <a:latin typeface="Aller"/>
                <a:cs typeface="Aller"/>
              </a:defRPr>
            </a:lvl1pPr>
          </a:lstStyle>
          <a:p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4408960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788" y="604228"/>
            <a:ext cx="12192000" cy="10789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B769C-FC6A-4715-A5DC-297479AEC45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7E220-5EFB-46C0-98BB-7CE57F744EB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6239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prstClr val="white"/>
              </a:solidFill>
            </a:endParaRPr>
          </a:p>
        </p:txBody>
      </p:sp>
      <p:sp>
        <p:nvSpPr>
          <p:cNvPr id="9" name="Round Same Side Corner Rectangle 8"/>
          <p:cNvSpPr/>
          <p:nvPr/>
        </p:nvSpPr>
        <p:spPr>
          <a:xfrm rot="10800000">
            <a:off x="311972" y="2"/>
            <a:ext cx="1258645" cy="1065007"/>
          </a:xfrm>
          <a:prstGeom prst="round2Same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947" y="0"/>
            <a:ext cx="1039847" cy="103984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712771"/>
            <a:ext cx="12192000" cy="10789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777634"/>
            <a:ext cx="12192000" cy="10789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88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480797"/>
            <a:ext cx="7696200" cy="810228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A </a:t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Presentation</a:t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“TITLE OF PROJECT”</a:t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By</a:t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Name of Students</a:t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Under the Guidance of</a:t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Name of Guide</a:t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7" name="Picture 3" descr="C:\Users\kunal\Pictures\nmim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5463" y="4435637"/>
            <a:ext cx="1057275" cy="12096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48000" y="5380673"/>
            <a:ext cx="62484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Department of AIML</a:t>
            </a: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MPSTME, Shirpur Campus</a:t>
            </a:r>
          </a:p>
          <a:p>
            <a:pPr algn="ctr"/>
            <a:r>
              <a:rPr lang="en-IN" b="1" dirty="0">
                <a:latin typeface="Times New Roman"/>
                <a:cs typeface="Times New Roman"/>
              </a:rPr>
              <a:t>2026-27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1783080" y="1097281"/>
            <a:ext cx="9281160" cy="48865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40000" lnSpcReduction="20000"/>
          </a:bodyPr>
          <a:lstStyle/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vs. Proposed System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Screenshots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Testing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Applications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0">
              <a:spcBef>
                <a:spcPts val="0"/>
              </a:spcBef>
              <a:buNone/>
            </a:pPr>
            <a:endParaRPr sz="2200"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077200" y="637354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IN"/>
              <a:p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0325" y="774785"/>
            <a:ext cx="6932101" cy="1061829"/>
          </a:xfr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>
                <a:latin typeface="Book Antiqua" panose="02040602050305030304" pitchFamily="18" charset="0"/>
                <a:ea typeface="+mn-ea"/>
                <a:cs typeface="+mn-cs"/>
              </a:rPr>
              <a:t>Thank You !!!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224" y="1"/>
            <a:ext cx="5355575" cy="5029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52" y="1836614"/>
            <a:ext cx="11366243" cy="457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0598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812894AF27C4B9BEA242A5F6FBAEB" ma:contentTypeVersion="9" ma:contentTypeDescription="Create a new document." ma:contentTypeScope="" ma:versionID="fe7e8ca8f5bc98bc55ce144b2ab84caa">
  <xsd:schema xmlns:xsd="http://www.w3.org/2001/XMLSchema" xmlns:xs="http://www.w3.org/2001/XMLSchema" xmlns:p="http://schemas.microsoft.com/office/2006/metadata/properties" xmlns:ns2="7bca1dba-6ac6-41dc-89fe-ef4b674b2d91" xmlns:ns3="0e4db8ff-121a-41d3-920b-5da9b93e742e" targetNamespace="http://schemas.microsoft.com/office/2006/metadata/properties" ma:root="true" ma:fieldsID="b61c7a6b43afd4f1849f52e764489931" ns2:_="" ns3:_="">
    <xsd:import namespace="7bca1dba-6ac6-41dc-89fe-ef4b674b2d91"/>
    <xsd:import namespace="0e4db8ff-121a-41d3-920b-5da9b93e74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a1dba-6ac6-41dc-89fe-ef4b674b2d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db8ff-121a-41d3-920b-5da9b93e742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0f7a2de-0acc-4c5a-996d-a92c6eb64016}" ma:internalName="TaxCatchAll" ma:showField="CatchAllData" ma:web="0e4db8ff-121a-41d3-920b-5da9b93e74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4db8ff-121a-41d3-920b-5da9b93e742e" xsi:nil="true"/>
    <lcf76f155ced4ddcb4097134ff3c332f xmlns="7bca1dba-6ac6-41dc-89fe-ef4b674b2d9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D7223F-B7D1-484C-BF79-EE510B738CEA}"/>
</file>

<file path=customXml/itemProps2.xml><?xml version="1.0" encoding="utf-8"?>
<ds:datastoreItem xmlns:ds="http://schemas.openxmlformats.org/officeDocument/2006/customXml" ds:itemID="{8B5E7A0C-C3D8-4E3D-B722-6AC077FBB61B}"/>
</file>

<file path=customXml/itemProps3.xml><?xml version="1.0" encoding="utf-8"?>
<ds:datastoreItem xmlns:ds="http://schemas.openxmlformats.org/officeDocument/2006/customXml" ds:itemID="{A7A88748-F08C-44FE-836C-B5AED848663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73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Aller</vt:lpstr>
      <vt:lpstr>Arial</vt:lpstr>
      <vt:lpstr>Book Antiqua</vt:lpstr>
      <vt:lpstr>Calibri</vt:lpstr>
      <vt:lpstr>Calibri Light</vt:lpstr>
      <vt:lpstr>Times New Roman</vt:lpstr>
      <vt:lpstr>Theme1</vt:lpstr>
      <vt:lpstr>A  Presentation on “TITLE OF PROJECT”  By Name of Students    Under the Guidance of Name of Guide </vt:lpstr>
      <vt:lpstr>PowerPoint Presentation</vt:lpstr>
      <vt:lpstr>Thank You !!!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Discipline in the School</dc:title>
  <dc:creator>Amit Page</dc:creator>
  <cp:lastModifiedBy>Naziya Hussain</cp:lastModifiedBy>
  <cp:revision>3</cp:revision>
  <dcterms:created xsi:type="dcterms:W3CDTF">2018-06-30T10:51:01Z</dcterms:created>
  <dcterms:modified xsi:type="dcterms:W3CDTF">2026-10-08T08:05:44Z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0x010100896812894AF27C4B9BEA242A5F6FBAEB</vt:lpwstr>
  </property>
</Properties>
</file>